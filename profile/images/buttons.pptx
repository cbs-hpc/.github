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BF2AE-28F5-48AC-A1F8-94893075803A}" v="18" dt="2023-04-27T13:36:35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17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offer Gulmark Poulsen" userId="ad511437-3b62-45cf-8f4e-1fb459602f33" providerId="ADAL" clId="{1F7BF2AE-28F5-48AC-A1F8-94893075803A}"/>
    <pc:docChg chg="undo custSel addSld modSld">
      <pc:chgData name="Kristoffer Gulmark Poulsen" userId="ad511437-3b62-45cf-8f4e-1fb459602f33" providerId="ADAL" clId="{1F7BF2AE-28F5-48AC-A1F8-94893075803A}" dt="2023-05-01T08:08:52.188" v="760" actId="404"/>
      <pc:docMkLst>
        <pc:docMk/>
      </pc:docMkLst>
      <pc:sldChg chg="addSp delSp modSp new mod modClrScheme chgLayout">
        <pc:chgData name="Kristoffer Gulmark Poulsen" userId="ad511437-3b62-45cf-8f4e-1fb459602f33" providerId="ADAL" clId="{1F7BF2AE-28F5-48AC-A1F8-94893075803A}" dt="2023-05-01T08:08:52.188" v="760" actId="404"/>
        <pc:sldMkLst>
          <pc:docMk/>
          <pc:sldMk cId="1355665285" sldId="256"/>
        </pc:sldMkLst>
        <pc:spChg chg="del">
          <ac:chgData name="Kristoffer Gulmark Poulsen" userId="ad511437-3b62-45cf-8f4e-1fb459602f33" providerId="ADAL" clId="{1F7BF2AE-28F5-48AC-A1F8-94893075803A}" dt="2023-04-27T10:19:42.272" v="1" actId="700"/>
          <ac:spMkLst>
            <pc:docMk/>
            <pc:sldMk cId="1355665285" sldId="256"/>
            <ac:spMk id="2" creationId="{1A793B33-FA6D-AE3A-A0AD-2A48CF82770D}"/>
          </ac:spMkLst>
        </pc:spChg>
        <pc:spChg chg="add mod">
          <ac:chgData name="Kristoffer Gulmark Poulsen" userId="ad511437-3b62-45cf-8f4e-1fb459602f33" providerId="ADAL" clId="{1F7BF2AE-28F5-48AC-A1F8-94893075803A}" dt="2023-05-01T08:08:52.188" v="760" actId="404"/>
          <ac:spMkLst>
            <pc:docMk/>
            <pc:sldMk cId="1355665285" sldId="256"/>
            <ac:spMk id="2" creationId="{DA9874ED-9D7E-2D4D-1B2C-CA70C4644148}"/>
          </ac:spMkLst>
        </pc:spChg>
        <pc:spChg chg="del">
          <ac:chgData name="Kristoffer Gulmark Poulsen" userId="ad511437-3b62-45cf-8f4e-1fb459602f33" providerId="ADAL" clId="{1F7BF2AE-28F5-48AC-A1F8-94893075803A}" dt="2023-04-27T10:19:42.272" v="1" actId="700"/>
          <ac:spMkLst>
            <pc:docMk/>
            <pc:sldMk cId="1355665285" sldId="256"/>
            <ac:spMk id="3" creationId="{21786B73-839A-3114-0A4B-1A62B7543690}"/>
          </ac:spMkLst>
        </pc:spChg>
        <pc:spChg chg="add mod">
          <ac:chgData name="Kristoffer Gulmark Poulsen" userId="ad511437-3b62-45cf-8f4e-1fb459602f33" providerId="ADAL" clId="{1F7BF2AE-28F5-48AC-A1F8-94893075803A}" dt="2023-05-01T08:08:41.789" v="756" actId="403"/>
          <ac:spMkLst>
            <pc:docMk/>
            <pc:sldMk cId="1355665285" sldId="256"/>
            <ac:spMk id="3" creationId="{978B4061-BBA6-5B82-085A-2AE068E7400E}"/>
          </ac:spMkLst>
        </pc:spChg>
        <pc:spChg chg="add mod topLvl">
          <ac:chgData name="Kristoffer Gulmark Poulsen" userId="ad511437-3b62-45cf-8f4e-1fb459602f33" providerId="ADAL" clId="{1F7BF2AE-28F5-48AC-A1F8-94893075803A}" dt="2023-04-27T12:58:20.938" v="585" actId="14100"/>
          <ac:spMkLst>
            <pc:docMk/>
            <pc:sldMk cId="1355665285" sldId="256"/>
            <ac:spMk id="4" creationId="{086FDD55-4308-5CD2-4485-5CB2BA2E3665}"/>
          </ac:spMkLst>
        </pc:spChg>
        <pc:spChg chg="add del mod">
          <ac:chgData name="Kristoffer Gulmark Poulsen" userId="ad511437-3b62-45cf-8f4e-1fb459602f33" providerId="ADAL" clId="{1F7BF2AE-28F5-48AC-A1F8-94893075803A}" dt="2023-04-27T11:21:39.209" v="463" actId="478"/>
          <ac:spMkLst>
            <pc:docMk/>
            <pc:sldMk cId="1355665285" sldId="256"/>
            <ac:spMk id="5" creationId="{6E1D7693-1016-44E7-9891-9822CC6F4B63}"/>
          </ac:spMkLst>
        </pc:spChg>
        <pc:spChg chg="add mod">
          <ac:chgData name="Kristoffer Gulmark Poulsen" userId="ad511437-3b62-45cf-8f4e-1fb459602f33" providerId="ADAL" clId="{1F7BF2AE-28F5-48AC-A1F8-94893075803A}" dt="2023-05-01T08:08:36.652" v="754" actId="403"/>
          <ac:spMkLst>
            <pc:docMk/>
            <pc:sldMk cId="1355665285" sldId="256"/>
            <ac:spMk id="5" creationId="{DAD0F112-46C0-7E56-3268-3DDEE5F40C1D}"/>
          </ac:spMkLst>
        </pc:spChg>
        <pc:spChg chg="add mod topLvl">
          <ac:chgData name="Kristoffer Gulmark Poulsen" userId="ad511437-3b62-45cf-8f4e-1fb459602f33" providerId="ADAL" clId="{1F7BF2AE-28F5-48AC-A1F8-94893075803A}" dt="2023-04-27T12:58:11.705" v="582" actId="14100"/>
          <ac:spMkLst>
            <pc:docMk/>
            <pc:sldMk cId="1355665285" sldId="256"/>
            <ac:spMk id="6" creationId="{1CE5C770-9B7D-577A-38CC-9CE75C516A3B}"/>
          </ac:spMkLst>
        </pc:spChg>
        <pc:spChg chg="add del mod">
          <ac:chgData name="Kristoffer Gulmark Poulsen" userId="ad511437-3b62-45cf-8f4e-1fb459602f33" providerId="ADAL" clId="{1F7BF2AE-28F5-48AC-A1F8-94893075803A}" dt="2023-04-27T10:22:18.079" v="28" actId="478"/>
          <ac:spMkLst>
            <pc:docMk/>
            <pc:sldMk cId="1355665285" sldId="256"/>
            <ac:spMk id="7" creationId="{296A517A-A916-FB18-AA16-E48A466DBDF9}"/>
          </ac:spMkLst>
        </pc:spChg>
        <pc:spChg chg="add mod">
          <ac:chgData name="Kristoffer Gulmark Poulsen" userId="ad511437-3b62-45cf-8f4e-1fb459602f33" providerId="ADAL" clId="{1F7BF2AE-28F5-48AC-A1F8-94893075803A}" dt="2023-05-01T08:08:44.224" v="757" actId="403"/>
          <ac:spMkLst>
            <pc:docMk/>
            <pc:sldMk cId="1355665285" sldId="256"/>
            <ac:spMk id="7" creationId="{62272669-F151-B03A-408E-1AF862EE2481}"/>
          </ac:spMkLst>
        </pc:spChg>
        <pc:spChg chg="add mod">
          <ac:chgData name="Kristoffer Gulmark Poulsen" userId="ad511437-3b62-45cf-8f4e-1fb459602f33" providerId="ADAL" clId="{1F7BF2AE-28F5-48AC-A1F8-94893075803A}" dt="2023-05-01T08:08:39.184" v="755" actId="403"/>
          <ac:spMkLst>
            <pc:docMk/>
            <pc:sldMk cId="1355665285" sldId="256"/>
            <ac:spMk id="8" creationId="{E537B157-0100-9998-07F4-2CE341972B7C}"/>
          </ac:spMkLst>
        </pc:spChg>
        <pc:spChg chg="add del mod">
          <ac:chgData name="Kristoffer Gulmark Poulsen" userId="ad511437-3b62-45cf-8f4e-1fb459602f33" providerId="ADAL" clId="{1F7BF2AE-28F5-48AC-A1F8-94893075803A}" dt="2023-05-01T08:08:30.268" v="753" actId="478"/>
          <ac:spMkLst>
            <pc:docMk/>
            <pc:sldMk cId="1355665285" sldId="256"/>
            <ac:spMk id="9" creationId="{CC59CBB2-2840-C397-265C-DB74D58447FB}"/>
          </ac:spMkLst>
        </pc:spChg>
        <pc:spChg chg="add mod topLvl">
          <ac:chgData name="Kristoffer Gulmark Poulsen" userId="ad511437-3b62-45cf-8f4e-1fb459602f33" providerId="ADAL" clId="{1F7BF2AE-28F5-48AC-A1F8-94893075803A}" dt="2023-04-27T12:58:17.860" v="584" actId="14100"/>
          <ac:spMkLst>
            <pc:docMk/>
            <pc:sldMk cId="1355665285" sldId="256"/>
            <ac:spMk id="24" creationId="{9BEECAA6-CFCD-8DDE-CDE5-DBCC76C24E36}"/>
          </ac:spMkLst>
        </pc:spChg>
        <pc:spChg chg="add del mod">
          <ac:chgData name="Kristoffer Gulmark Poulsen" userId="ad511437-3b62-45cf-8f4e-1fb459602f33" providerId="ADAL" clId="{1F7BF2AE-28F5-48AC-A1F8-94893075803A}" dt="2023-04-27T11:21:40.930" v="464" actId="478"/>
          <ac:spMkLst>
            <pc:docMk/>
            <pc:sldMk cId="1355665285" sldId="256"/>
            <ac:spMk id="30" creationId="{8F32C2B2-B2F2-0628-851D-16488F916912}"/>
          </ac:spMkLst>
        </pc:spChg>
        <pc:spChg chg="add del mod">
          <ac:chgData name="Kristoffer Gulmark Poulsen" userId="ad511437-3b62-45cf-8f4e-1fb459602f33" providerId="ADAL" clId="{1F7BF2AE-28F5-48AC-A1F8-94893075803A}" dt="2023-04-27T11:20:38.472" v="457" actId="478"/>
          <ac:spMkLst>
            <pc:docMk/>
            <pc:sldMk cId="1355665285" sldId="256"/>
            <ac:spMk id="35" creationId="{83D99D2A-4C30-B83A-DE63-01D777E07B0A}"/>
          </ac:spMkLst>
        </pc:spChg>
        <pc:spChg chg="add mod topLvl">
          <ac:chgData name="Kristoffer Gulmark Poulsen" userId="ad511437-3b62-45cf-8f4e-1fb459602f33" providerId="ADAL" clId="{1F7BF2AE-28F5-48AC-A1F8-94893075803A}" dt="2023-04-27T12:58:13.984" v="583" actId="14100"/>
          <ac:spMkLst>
            <pc:docMk/>
            <pc:sldMk cId="1355665285" sldId="256"/>
            <ac:spMk id="45" creationId="{DA727CD8-F09C-5B09-7AFA-5BAA4AF48498}"/>
          </ac:spMkLst>
        </pc:spChg>
        <pc:spChg chg="add mod topLvl">
          <ac:chgData name="Kristoffer Gulmark Poulsen" userId="ad511437-3b62-45cf-8f4e-1fb459602f33" providerId="ADAL" clId="{1F7BF2AE-28F5-48AC-A1F8-94893075803A}" dt="2023-04-27T12:57:52.188" v="575" actId="14100"/>
          <ac:spMkLst>
            <pc:docMk/>
            <pc:sldMk cId="1355665285" sldId="256"/>
            <ac:spMk id="54" creationId="{F2B95359-4D9E-4D7F-E58C-7E2241B1A7C1}"/>
          </ac:spMkLst>
        </pc:spChg>
        <pc:grpChg chg="add del mod">
          <ac:chgData name="Kristoffer Gulmark Poulsen" userId="ad511437-3b62-45cf-8f4e-1fb459602f33" providerId="ADAL" clId="{1F7BF2AE-28F5-48AC-A1F8-94893075803A}" dt="2023-04-27T12:10:58.962" v="563" actId="165"/>
          <ac:grpSpMkLst>
            <pc:docMk/>
            <pc:sldMk cId="1355665285" sldId="256"/>
            <ac:grpSpMk id="56" creationId="{5F6AD4E5-1E0C-7693-807C-BE7FCFBD5588}"/>
          </ac:grpSpMkLst>
        </pc:grpChg>
        <pc:cxnChg chg="add del mod">
          <ac:chgData name="Kristoffer Gulmark Poulsen" userId="ad511437-3b62-45cf-8f4e-1fb459602f33" providerId="ADAL" clId="{1F7BF2AE-28F5-48AC-A1F8-94893075803A}" dt="2023-04-27T11:20:25.117" v="454" actId="478"/>
          <ac:cxnSpMkLst>
            <pc:docMk/>
            <pc:sldMk cId="1355665285" sldId="256"/>
            <ac:cxnSpMk id="9" creationId="{7E70AC2C-4E18-020D-709F-354177896F31}"/>
          </ac:cxnSpMkLst>
        </pc:cxnChg>
        <pc:cxnChg chg="add del mod">
          <ac:chgData name="Kristoffer Gulmark Poulsen" userId="ad511437-3b62-45cf-8f4e-1fb459602f33" providerId="ADAL" clId="{1F7BF2AE-28F5-48AC-A1F8-94893075803A}" dt="2023-04-27T10:21:44.776" v="21" actId="478"/>
          <ac:cxnSpMkLst>
            <pc:docMk/>
            <pc:sldMk cId="1355665285" sldId="256"/>
            <ac:cxnSpMk id="10" creationId="{DA0BFAC7-C5D1-1958-EAE5-810836304650}"/>
          </ac:cxnSpMkLst>
        </pc:cxnChg>
        <pc:cxnChg chg="add del mod">
          <ac:chgData name="Kristoffer Gulmark Poulsen" userId="ad511437-3b62-45cf-8f4e-1fb459602f33" providerId="ADAL" clId="{1F7BF2AE-28F5-48AC-A1F8-94893075803A}" dt="2023-04-27T11:17:15.423" v="382" actId="478"/>
          <ac:cxnSpMkLst>
            <pc:docMk/>
            <pc:sldMk cId="1355665285" sldId="256"/>
            <ac:cxnSpMk id="13" creationId="{DB1AF672-CBFA-61E1-2904-F55763DFBA97}"/>
          </ac:cxnSpMkLst>
        </pc:cxnChg>
        <pc:cxnChg chg="add del mod">
          <ac:chgData name="Kristoffer Gulmark Poulsen" userId="ad511437-3b62-45cf-8f4e-1fb459602f33" providerId="ADAL" clId="{1F7BF2AE-28F5-48AC-A1F8-94893075803A}" dt="2023-04-27T11:20:46.485" v="458" actId="478"/>
          <ac:cxnSpMkLst>
            <pc:docMk/>
            <pc:sldMk cId="1355665285" sldId="256"/>
            <ac:cxnSpMk id="27" creationId="{19DDA033-5E33-D909-AD82-EAD6AAD31EBB}"/>
          </ac:cxnSpMkLst>
        </pc:cxnChg>
        <pc:cxnChg chg="add del mod">
          <ac:chgData name="Kristoffer Gulmark Poulsen" userId="ad511437-3b62-45cf-8f4e-1fb459602f33" providerId="ADAL" clId="{1F7BF2AE-28F5-48AC-A1F8-94893075803A}" dt="2023-04-27T11:21:42.535" v="465" actId="478"/>
          <ac:cxnSpMkLst>
            <pc:docMk/>
            <pc:sldMk cId="1355665285" sldId="256"/>
            <ac:cxnSpMk id="31" creationId="{E746D654-D567-70B7-3189-6A15294D2DA7}"/>
          </ac:cxnSpMkLst>
        </pc:cxnChg>
        <pc:cxnChg chg="add del mod">
          <ac:chgData name="Kristoffer Gulmark Poulsen" userId="ad511437-3b62-45cf-8f4e-1fb459602f33" providerId="ADAL" clId="{1F7BF2AE-28F5-48AC-A1F8-94893075803A}" dt="2023-04-27T11:20:32.934" v="456" actId="478"/>
          <ac:cxnSpMkLst>
            <pc:docMk/>
            <pc:sldMk cId="1355665285" sldId="256"/>
            <ac:cxnSpMk id="42" creationId="{B1E1BFBB-3328-9758-159D-41753EB370F8}"/>
          </ac:cxnSpMkLst>
        </pc:cxnChg>
        <pc:cxnChg chg="add del mod">
          <ac:chgData name="Kristoffer Gulmark Poulsen" userId="ad511437-3b62-45cf-8f4e-1fb459602f33" providerId="ADAL" clId="{1F7BF2AE-28F5-48AC-A1F8-94893075803A}" dt="2023-04-27T11:20:09.395" v="450" actId="478"/>
          <ac:cxnSpMkLst>
            <pc:docMk/>
            <pc:sldMk cId="1355665285" sldId="256"/>
            <ac:cxnSpMk id="46" creationId="{6D9E8F52-5A34-8423-8753-0B5D0A8E9F9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C60B2F-7E41-630A-FE09-74A410A8F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4FE64FB-8627-4FFD-AA3B-F593E7298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7295C1D-0F3F-415C-C04C-3B47346C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01-05-2023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E34E45F-9154-A24A-10CE-631CFEE9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DBBC137-5DF3-AA82-EAFB-0C73768C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80666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D4492F-7DBC-012B-54F2-A36A4997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82DE9AB-481B-BDAE-1CA5-4846970D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0477D86-99BE-C9B3-F0B8-B74831EE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01-05-2023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DCFEC1C-13F8-4CAD-E75F-71F2B696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EA33219-2EB0-2E1B-779A-7A3EB67D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762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692306-6384-6FD2-4660-7976A9C8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1C945D1-0512-C725-B923-E2424C323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0F9CD29-8267-63DF-2E72-3EC36C135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01-05-2023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8A14222-D6BB-2298-0E65-4C7DE601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85C71D3-ACF5-5AD8-174A-58EB93F8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381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7D5172-9A21-92E0-9E5E-57127DE9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86ED794-D79B-7AFF-F308-D4A4ECFD1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1E839DC-96EF-99B7-ED77-E23CC1857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E511EBE-723E-2D3E-4B41-24546CD2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01-05-2023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01B2B5A-1D42-08D2-81ED-BFAE7E76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2D60F1C-15DB-94BE-E057-FBE89A20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7114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5C9E25-D6AB-DDE5-C299-682C837E4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D84ADA7-B83F-7D7B-E5F2-6E5639A7E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DFF2245-61B4-884D-3252-FB8DC22DC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70CEFB6D-CD89-A55C-311C-6A7A974ED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96EEE6D-F174-3A81-91A3-468F45AB1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7334F153-D21A-980C-EB88-B33E56BC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01-05-2023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838EF128-27B1-B02B-BCF9-B4B0166B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F2066D94-AFF9-2020-24D6-40AB4616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888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5B70C-2C4C-F234-4FC3-ECF9E27D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AA6B1AC-85D3-F646-AFEC-83EE1A9BA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01-05-2023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EF5A87F-A077-DA94-06BB-33D51AB8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27E4F38-32E0-C5DB-3FDA-8BAFA54FB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869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CFE98B8C-62B0-7AE2-5A3C-BE2043863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01-05-2023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FF12AB3D-ED3A-3D39-88E6-FA6EC6E7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8CE3315-41A1-C420-454B-1B2DFC7F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2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6E988B-DEC9-95E1-007C-AF29CBE3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179865F-B719-841A-A613-C9B26F10B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BFF428B-ED8A-F00E-2440-AA7AD7FEC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BEA1176-039D-6875-2D94-DC4129D27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01-05-2023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F9A4B16-C91C-E2D6-5E99-B6092284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4BCE6FD-9306-7DC2-78DE-192646BC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2596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63A004-BB51-63E9-1977-BFFF49743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C5FA546-98DF-0BDD-805A-8191B07FC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717DC9A-7917-C1B6-3D95-6A21F2186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FC37F11-D068-4965-AE7B-26E78013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01-05-2023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E895717-F89A-581C-13C1-59E77F44E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A7DEB45-B165-2AA8-2990-C691C27A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16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562F1-1E29-E1B1-0F50-F43F1C04B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EF85FA25-DD2F-BFF5-06F5-39EC35A81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681EC40-DB24-4529-3CDD-665EDFFAF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01-05-2023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6E20721-8F97-2D50-B725-E3B7DD5F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AECAE11-7F59-65AE-7302-589A85FD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3877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CEB91A8-536C-C083-97E2-04F223CB4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D5E06EA-5818-5DD4-81D6-653B29021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D1186ED-258B-B9E6-D70E-4684FE970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CE9B-E119-4453-AD23-71B3C4786D64}" type="datetimeFigureOut">
              <a:rPr lang="da-DK" smtClean="0"/>
              <a:t>01-05-2023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8623827-03D2-BB5E-2624-82E64DDC3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4117CD9-8AC4-E243-DB80-EC995602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28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0AAE1193-9646-861D-7CA4-411C147E2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4529B57-EAFD-E5C6-A0C4-7C4B97A60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454AFD7-4BC2-2C69-DAA7-9B5A37E49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0CE9B-E119-4453-AD23-71B3C4786D64}" type="datetimeFigureOut">
              <a:rPr lang="da-DK" smtClean="0"/>
              <a:t>01-05-2023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05C2063-D617-EF36-E3F8-882FA9B00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E368BD5-89FE-54A9-9982-3038090D7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DA471-E580-4250-94DB-5AD2D20DF34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796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086FDD55-4308-5CD2-4485-5CB2BA2E3665}"/>
              </a:ext>
            </a:extLst>
          </p:cNvPr>
          <p:cNvSpPr/>
          <p:nvPr/>
        </p:nvSpPr>
        <p:spPr>
          <a:xfrm>
            <a:off x="9396878" y="1754378"/>
            <a:ext cx="1148322" cy="6197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Research Consultancy</a:t>
            </a:r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1CE5C770-9B7D-577A-38CC-9CE75C516A3B}"/>
              </a:ext>
            </a:extLst>
          </p:cNvPr>
          <p:cNvSpPr/>
          <p:nvPr/>
        </p:nvSpPr>
        <p:spPr>
          <a:xfrm>
            <a:off x="4680153" y="1754155"/>
            <a:ext cx="1148324" cy="6206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Teaching Activities</a:t>
            </a:r>
          </a:p>
        </p:txBody>
      </p:sp>
      <p:sp>
        <p:nvSpPr>
          <p:cNvPr id="24" name="Rektangel: afrundede hjørner 23">
            <a:extLst>
              <a:ext uri="{FF2B5EF4-FFF2-40B4-BE49-F238E27FC236}">
                <a16:creationId xmlns:a16="http://schemas.microsoft.com/office/drawing/2014/main" id="{9BEECAA6-CFCD-8DDE-CDE5-DBCC76C24E36}"/>
              </a:ext>
            </a:extLst>
          </p:cNvPr>
          <p:cNvSpPr/>
          <p:nvPr/>
        </p:nvSpPr>
        <p:spPr>
          <a:xfrm>
            <a:off x="7811480" y="1755094"/>
            <a:ext cx="1148322" cy="6197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Daily User Support</a:t>
            </a:r>
          </a:p>
        </p:txBody>
      </p:sp>
      <p:sp>
        <p:nvSpPr>
          <p:cNvPr id="45" name="Rektangel: afrundede hjørner 44">
            <a:extLst>
              <a:ext uri="{FF2B5EF4-FFF2-40B4-BE49-F238E27FC236}">
                <a16:creationId xmlns:a16="http://schemas.microsoft.com/office/drawing/2014/main" id="{DA727CD8-F09C-5B09-7AFA-5BAA4AF48498}"/>
              </a:ext>
            </a:extLst>
          </p:cNvPr>
          <p:cNvSpPr/>
          <p:nvPr/>
        </p:nvSpPr>
        <p:spPr>
          <a:xfrm>
            <a:off x="6456326" y="1754155"/>
            <a:ext cx="1148324" cy="6206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b="1" dirty="0">
                <a:solidFill>
                  <a:schemeClr val="accent1"/>
                </a:solidFill>
              </a:rPr>
              <a:t>Development of HPC at CBS</a:t>
            </a:r>
          </a:p>
        </p:txBody>
      </p:sp>
      <p:sp>
        <p:nvSpPr>
          <p:cNvPr id="54" name="Rektangel: afrundede hjørner 53">
            <a:extLst>
              <a:ext uri="{FF2B5EF4-FFF2-40B4-BE49-F238E27FC236}">
                <a16:creationId xmlns:a16="http://schemas.microsoft.com/office/drawing/2014/main" id="{F2B95359-4D9E-4D7F-E58C-7E2241B1A7C1}"/>
              </a:ext>
            </a:extLst>
          </p:cNvPr>
          <p:cNvSpPr/>
          <p:nvPr/>
        </p:nvSpPr>
        <p:spPr>
          <a:xfrm>
            <a:off x="3035548" y="1754155"/>
            <a:ext cx="1148323" cy="6206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Tutorials &amp; </a:t>
            </a:r>
          </a:p>
          <a:p>
            <a:pPr algn="ctr"/>
            <a:r>
              <a:rPr lang="en-US" sz="1200" b="1" dirty="0">
                <a:solidFill>
                  <a:schemeClr val="accent1"/>
                </a:solidFill>
              </a:rPr>
              <a:t>User Utilities</a:t>
            </a:r>
          </a:p>
        </p:txBody>
      </p:sp>
      <p:sp>
        <p:nvSpPr>
          <p:cNvPr id="2" name="Rektangel: afrundede hjørner 1">
            <a:extLst>
              <a:ext uri="{FF2B5EF4-FFF2-40B4-BE49-F238E27FC236}">
                <a16:creationId xmlns:a16="http://schemas.microsoft.com/office/drawing/2014/main" id="{DA9874ED-9D7E-2D4D-1B2C-CA70C4644148}"/>
              </a:ext>
            </a:extLst>
          </p:cNvPr>
          <p:cNvSpPr/>
          <p:nvPr/>
        </p:nvSpPr>
        <p:spPr>
          <a:xfrm>
            <a:off x="9396878" y="2663057"/>
            <a:ext cx="1148322" cy="61971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accent1"/>
                </a:solidFill>
              </a:rPr>
              <a:t>Tutorials &amp; Documentation</a:t>
            </a:r>
          </a:p>
        </p:txBody>
      </p:sp>
      <p:sp>
        <p:nvSpPr>
          <p:cNvPr id="3" name="Rektangel: afrundede hjørner 2">
            <a:extLst>
              <a:ext uri="{FF2B5EF4-FFF2-40B4-BE49-F238E27FC236}">
                <a16:creationId xmlns:a16="http://schemas.microsoft.com/office/drawing/2014/main" id="{978B4061-BBA6-5B82-085A-2AE068E7400E}"/>
              </a:ext>
            </a:extLst>
          </p:cNvPr>
          <p:cNvSpPr/>
          <p:nvPr/>
        </p:nvSpPr>
        <p:spPr>
          <a:xfrm>
            <a:off x="6456328" y="2663058"/>
            <a:ext cx="1148322" cy="6206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Upcoming Events</a:t>
            </a:r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DAD0F112-46C0-7E56-3268-3DDEE5F40C1D}"/>
              </a:ext>
            </a:extLst>
          </p:cNvPr>
          <p:cNvSpPr/>
          <p:nvPr/>
        </p:nvSpPr>
        <p:spPr>
          <a:xfrm>
            <a:off x="3035547" y="2663058"/>
            <a:ext cx="1148324" cy="6206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HPC Facilities</a:t>
            </a:r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62272669-F151-B03A-408E-1AF862EE2481}"/>
              </a:ext>
            </a:extLst>
          </p:cNvPr>
          <p:cNvSpPr/>
          <p:nvPr/>
        </p:nvSpPr>
        <p:spPr>
          <a:xfrm>
            <a:off x="7811480" y="2663057"/>
            <a:ext cx="1148322" cy="6197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b="1" dirty="0">
                <a:solidFill>
                  <a:schemeClr val="accent1"/>
                </a:solidFill>
              </a:rPr>
              <a:t>Grant Applications</a:t>
            </a:r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E537B157-0100-9998-07F4-2CE341972B7C}"/>
              </a:ext>
            </a:extLst>
          </p:cNvPr>
          <p:cNvSpPr/>
          <p:nvPr/>
        </p:nvSpPr>
        <p:spPr>
          <a:xfrm>
            <a:off x="4664635" y="2663058"/>
            <a:ext cx="1148322" cy="62065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News</a:t>
            </a:r>
          </a:p>
        </p:txBody>
      </p:sp>
    </p:spTree>
    <p:extLst>
      <p:ext uri="{BB962C8B-B14F-4D97-AF65-F5344CB8AC3E}">
        <p14:creationId xmlns:p14="http://schemas.microsoft.com/office/powerpoint/2010/main" val="1355665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26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Kristoffer Gulmark Poulsen</dc:creator>
  <cp:lastModifiedBy>Kristoffer Gulmark Poulsen</cp:lastModifiedBy>
  <cp:revision>1</cp:revision>
  <dcterms:created xsi:type="dcterms:W3CDTF">2023-04-27T10:19:30Z</dcterms:created>
  <dcterms:modified xsi:type="dcterms:W3CDTF">2023-05-01T08:08:56Z</dcterms:modified>
</cp:coreProperties>
</file>